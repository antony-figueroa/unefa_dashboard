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Montserrat" panose="00000500000000000000" pitchFamily="2" charset="0"/>
      <p:regular r:id="rId3"/>
    </p:embeddedFont>
    <p:embeddedFont>
      <p:font typeface="The Seasons" panose="020B0604020202020204" charset="0"/>
      <p:regular r:id="rId4"/>
    </p:embeddedFont>
    <p:embeddedFont>
      <p:font typeface="The Seasons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66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39094" y="1254913"/>
            <a:ext cx="5609813" cy="8323255"/>
          </a:xfrm>
          <a:custGeom>
            <a:avLst/>
            <a:gdLst/>
            <a:ahLst/>
            <a:cxnLst/>
            <a:rect l="l" t="t" r="r" b="b"/>
            <a:pathLst>
              <a:path w="5609813" h="8323255">
                <a:moveTo>
                  <a:pt x="0" y="0"/>
                </a:moveTo>
                <a:lnTo>
                  <a:pt x="5609812" y="0"/>
                </a:lnTo>
                <a:lnTo>
                  <a:pt x="5609812" y="8323255"/>
                </a:lnTo>
                <a:lnTo>
                  <a:pt x="0" y="832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08367" y="45440"/>
            <a:ext cx="1630352" cy="2418946"/>
          </a:xfrm>
          <a:custGeom>
            <a:avLst/>
            <a:gdLst/>
            <a:ahLst/>
            <a:cxnLst/>
            <a:rect l="l" t="t" r="r" b="b"/>
            <a:pathLst>
              <a:path w="1630352" h="2418946">
                <a:moveTo>
                  <a:pt x="0" y="0"/>
                </a:moveTo>
                <a:lnTo>
                  <a:pt x="1630352" y="0"/>
                </a:lnTo>
                <a:lnTo>
                  <a:pt x="1630352" y="2418946"/>
                </a:lnTo>
                <a:lnTo>
                  <a:pt x="0" y="2418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41894" y="3105150"/>
            <a:ext cx="16208367" cy="399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350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Por medio de la presente, se certifica que el documento cuyo código QR ha sido escaneado fue generado desde la aplicación web </a:t>
            </a:r>
            <a:r>
              <a:rPr lang="en-US" sz="35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SISTEMA DE GESTIÓN DE PRÁCTICAS PROFESIONALES UNEFA</a:t>
            </a:r>
          </a:p>
          <a:p>
            <a:pPr algn="just">
              <a:lnSpc>
                <a:spcPts val="5250"/>
              </a:lnSpc>
            </a:pPr>
            <a:endParaRPr lang="en-US" sz="3500" b="1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just">
              <a:lnSpc>
                <a:spcPts val="5250"/>
              </a:lnSpc>
            </a:pPr>
            <a:r>
              <a:rPr lang="en-US" sz="350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Este certificado confirma la procedencia y autenticidad del documento, asegurando que fue creado en la plataforma mencionada.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176471" y="7096125"/>
            <a:ext cx="2885879" cy="2888991"/>
            <a:chOff x="0" y="0"/>
            <a:chExt cx="760067" cy="7608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0067" cy="760887"/>
            </a:xfrm>
            <a:custGeom>
              <a:avLst/>
              <a:gdLst/>
              <a:ahLst/>
              <a:cxnLst/>
              <a:rect l="l" t="t" r="r" b="b"/>
              <a:pathLst>
                <a:path w="760067" h="760887">
                  <a:moveTo>
                    <a:pt x="0" y="0"/>
                  </a:moveTo>
                  <a:lnTo>
                    <a:pt x="760067" y="0"/>
                  </a:lnTo>
                  <a:lnTo>
                    <a:pt x="760067" y="760887"/>
                  </a:lnTo>
                  <a:lnTo>
                    <a:pt x="0" y="760887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0067" cy="79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12905" y="1359959"/>
            <a:ext cx="10862189" cy="1403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CERTIFICADO DE ORIGEN DEL DOCUMENTO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1894" y="286537"/>
            <a:ext cx="14231369" cy="284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Universidad Nacional Experimental Politécnica de la </a:t>
            </a:r>
            <a:r>
              <a:rPr lang="en-US" sz="1700" dirty="0" err="1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Fuerza</a:t>
            </a:r>
            <a:r>
              <a:rPr lang="en-US" sz="1700" dirty="0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Armada Nacional </a:t>
            </a:r>
            <a:r>
              <a:rPr lang="en-US" sz="1700" dirty="0" err="1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Bolivariana</a:t>
            </a:r>
            <a:r>
              <a:rPr lang="en-US" sz="1700" dirty="0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dirty="0" err="1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Núcleo</a:t>
            </a:r>
            <a:r>
              <a:rPr lang="en-US" sz="1700" dirty="0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Portuguesa </a:t>
            </a:r>
            <a:r>
              <a:rPr lang="en-US" sz="1700" dirty="0" err="1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Extensión</a:t>
            </a:r>
            <a:r>
              <a:rPr lang="en-US" sz="1700" dirty="0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dirty="0" err="1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Acarigua</a:t>
            </a:r>
            <a:r>
              <a:rPr lang="en-US" sz="1700" dirty="0">
                <a:solidFill>
                  <a:srgbClr val="000000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1894" y="8948738"/>
            <a:ext cx="229641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>
                    <a:alpha val="74902"/>
                  </a:srgbClr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Fecha:   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Calibri</vt:lpstr>
      <vt:lpstr>The Seasons Bold</vt:lpstr>
      <vt:lpstr>The Seasons</vt:lpstr>
      <vt:lpstr>Montserrat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de Origen del Documento</dc:title>
  <cp:lastModifiedBy>albanymartinezc@gmail.com</cp:lastModifiedBy>
  <cp:revision>2</cp:revision>
  <dcterms:created xsi:type="dcterms:W3CDTF">2006-08-16T00:00:00Z</dcterms:created>
  <dcterms:modified xsi:type="dcterms:W3CDTF">2025-05-06T00:13:06Z</dcterms:modified>
  <dc:identifier>DAGmn3jmdug</dc:identifier>
</cp:coreProperties>
</file>